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6" r:id="rId2"/>
    <p:sldId id="259" r:id="rId3"/>
    <p:sldId id="260" r:id="rId4"/>
    <p:sldId id="261" r:id="rId5"/>
    <p:sldId id="262" r:id="rId6"/>
    <p:sldId id="264" r:id="rId7"/>
    <p:sldId id="265" r:id="rId8"/>
    <p:sldId id="266" r:id="rId9"/>
    <p:sldId id="268" r:id="rId10"/>
    <p:sldId id="269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29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7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12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91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7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22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6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2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6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1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18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7419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55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54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850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70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72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83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Exploratory Data Analysis and Visualization of Zepto Product Dataset</a:t>
            </a:r>
          </a:p>
          <a:p>
            <a:endParaRPr/>
          </a:p>
          <a:p>
            <a:r>
              <a:t>Pranav Hinge (SRN: 31241130)</a:t>
            </a:r>
          </a:p>
          <a:p>
            <a:r>
              <a:t>Guided by: Dr. Jagadish Tawade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Focus on EDA and visualization of </a:t>
            </a:r>
            <a:r>
              <a:rPr dirty="0" err="1"/>
              <a:t>Zepto</a:t>
            </a:r>
            <a:r>
              <a:rPr dirty="0"/>
              <a:t> dataset</a:t>
            </a:r>
          </a:p>
          <a:p>
            <a:pPr marL="0" indent="0">
              <a:buNone/>
            </a:pPr>
            <a:r>
              <a:rPr dirty="0"/>
              <a:t>• Analysis of pricing, discounts, inventory</a:t>
            </a:r>
          </a:p>
          <a:p>
            <a:pPr marL="0" indent="0">
              <a:buNone/>
            </a:pPr>
            <a:r>
              <a:rPr dirty="0"/>
              <a:t>• Insights for pricing and stock optimization</a:t>
            </a:r>
          </a:p>
          <a:p>
            <a:pPr marL="0" indent="0">
              <a:buNone/>
            </a:pPr>
            <a:r>
              <a:rPr dirty="0"/>
              <a:t>• Demonstrates importance of data-driven retail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Introduction</a:t>
            </a:r>
          </a:p>
          <a:p>
            <a:pPr marL="0" indent="0">
              <a:buNone/>
            </a:pPr>
            <a:r>
              <a:rPr lang="en-US" dirty="0"/>
              <a:t>2</a:t>
            </a:r>
            <a:r>
              <a:rPr dirty="0"/>
              <a:t>. Methodology</a:t>
            </a:r>
          </a:p>
          <a:p>
            <a:pPr marL="0" indent="0">
              <a:buNone/>
            </a:pPr>
            <a:r>
              <a:rPr lang="en-US" dirty="0"/>
              <a:t>3</a:t>
            </a:r>
            <a:r>
              <a:rPr dirty="0"/>
              <a:t>. Data Visualization</a:t>
            </a:r>
          </a:p>
          <a:p>
            <a:pPr marL="0" indent="0">
              <a:buNone/>
            </a:pPr>
            <a:r>
              <a:rPr lang="en-US" dirty="0"/>
              <a:t>4</a:t>
            </a:r>
            <a:r>
              <a:rPr dirty="0"/>
              <a:t>. Conclusion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Importance of data in e-commerce</a:t>
            </a:r>
          </a:p>
          <a:p>
            <a:pPr marL="0" indent="0">
              <a:buNone/>
            </a:pPr>
            <a:r>
              <a:rPr dirty="0"/>
              <a:t>• Dataset includes pricing, discounts, stock levels</a:t>
            </a:r>
          </a:p>
          <a:p>
            <a:pPr marL="0" indent="0">
              <a:buNone/>
            </a:pPr>
            <a:r>
              <a:rPr dirty="0"/>
              <a:t>• Use of EDA + visualization for insights</a:t>
            </a:r>
          </a:p>
          <a:p>
            <a:pPr marL="0" indent="0">
              <a:buNone/>
            </a:pPr>
            <a:r>
              <a:rPr dirty="0"/>
              <a:t>• Helps optimize pricing &amp; inventory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Clean and preprocess data</a:t>
            </a:r>
          </a:p>
          <a:p>
            <a:pPr marL="0" indent="0">
              <a:buNone/>
            </a:pPr>
            <a:r>
              <a:rPr dirty="0"/>
              <a:t>• Perform EDA</a:t>
            </a:r>
          </a:p>
          <a:p>
            <a:pPr marL="0" indent="0">
              <a:buNone/>
            </a:pPr>
            <a:r>
              <a:rPr dirty="0"/>
              <a:t>• Visualize trends with charts</a:t>
            </a:r>
          </a:p>
          <a:p>
            <a:pPr marL="0" indent="0">
              <a:buNone/>
            </a:pPr>
            <a:r>
              <a:rPr dirty="0"/>
              <a:t>• Analyze pricing &amp; discount patterns</a:t>
            </a:r>
          </a:p>
          <a:p>
            <a:pPr marL="0" indent="0">
              <a:buNone/>
            </a:pPr>
            <a:r>
              <a:rPr dirty="0"/>
              <a:t>• Study inventory and stock behavior</a:t>
            </a:r>
          </a:p>
          <a:p>
            <a:pPr marL="0" indent="0">
              <a:buNone/>
            </a:pPr>
            <a:r>
              <a:rPr dirty="0"/>
              <a:t>• Generate insights for business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Collection</a:t>
            </a:r>
          </a:p>
          <a:p>
            <a:pPr marL="0" indent="0">
              <a:buNone/>
            </a:pPr>
            <a:r>
              <a:rPr dirty="0"/>
              <a:t>• Data Preprocessing</a:t>
            </a:r>
          </a:p>
          <a:p>
            <a:pPr marL="0" indent="0">
              <a:buNone/>
            </a:pPr>
            <a:r>
              <a:rPr dirty="0"/>
              <a:t>• Exploratory Data Analysis</a:t>
            </a:r>
          </a:p>
          <a:p>
            <a:pPr marL="0" indent="0">
              <a:buNone/>
            </a:pPr>
            <a:r>
              <a:rPr dirty="0"/>
              <a:t>• Visualization (Matplotlib &amp; Seaborn)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Remove missing values</a:t>
            </a:r>
          </a:p>
          <a:p>
            <a:pPr marL="0" indent="0">
              <a:buNone/>
            </a:pPr>
            <a:r>
              <a:rPr dirty="0"/>
              <a:t>• Correct data types</a:t>
            </a:r>
          </a:p>
          <a:p>
            <a:pPr marL="0" indent="0">
              <a:buNone/>
            </a:pPr>
            <a:r>
              <a:rPr dirty="0"/>
              <a:t>• Handle duplicates</a:t>
            </a:r>
          </a:p>
          <a:p>
            <a:pPr marL="0" indent="0">
              <a:buNone/>
            </a:pPr>
            <a:r>
              <a:rPr dirty="0"/>
              <a:t>• Detect outliers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Heatmaps for correlation</a:t>
            </a:r>
          </a:p>
          <a:p>
            <a:pPr marL="0" indent="0">
              <a:buNone/>
            </a:pPr>
            <a:r>
              <a:rPr dirty="0"/>
              <a:t>• Histograms &amp; boxplots</a:t>
            </a:r>
          </a:p>
          <a:p>
            <a:pPr marL="0" indent="0">
              <a:buNone/>
            </a:pPr>
            <a:r>
              <a:rPr dirty="0"/>
              <a:t>• Bar plots, scatter plots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Pairplots</a:t>
            </a:r>
            <a:r>
              <a:rPr dirty="0"/>
              <a:t> for multivariate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A94537-8455-91EA-E4B5-6CDB222C7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29" y="188637"/>
            <a:ext cx="5731510" cy="3161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5F30CA-E856-0872-FF60-E0DF2E65C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29" y="3507699"/>
            <a:ext cx="5731510" cy="291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87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527732-E8C0-3CAE-6DB7-D6CD4C765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49822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DD059C-7C27-1694-D1B4-1CD7105BA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096260"/>
            <a:ext cx="45720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57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Majority discounts &lt;10%</a:t>
            </a:r>
          </a:p>
          <a:p>
            <a:pPr marL="0" indent="0">
              <a:buNone/>
            </a:pPr>
            <a:r>
              <a:rPr dirty="0"/>
              <a:t>• Strong correlation between MRP &amp; discounted price</a:t>
            </a:r>
          </a:p>
          <a:p>
            <a:pPr marL="0" indent="0">
              <a:buNone/>
            </a:pPr>
            <a:r>
              <a:rPr dirty="0"/>
              <a:t>• Cooking Essentials most stocked category</a:t>
            </a:r>
          </a:p>
          <a:p>
            <a:pPr marL="0" indent="0">
              <a:buNone/>
            </a:pPr>
            <a:r>
              <a:rPr dirty="0"/>
              <a:t>• EDA supports better pricing &amp; inventory management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</TotalTime>
  <Words>218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Project Title</vt:lpstr>
      <vt:lpstr>Abstract</vt:lpstr>
      <vt:lpstr>Index</vt:lpstr>
      <vt:lpstr>Introduction</vt:lpstr>
      <vt:lpstr>Objectives</vt:lpstr>
      <vt:lpstr>Methodology</vt:lpstr>
      <vt:lpstr>Data Preprocessing</vt:lpstr>
      <vt:lpstr>Data Visualization Techniques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Hinge</cp:lastModifiedBy>
  <cp:revision>5</cp:revision>
  <dcterms:created xsi:type="dcterms:W3CDTF">2013-01-27T09:14:16Z</dcterms:created>
  <dcterms:modified xsi:type="dcterms:W3CDTF">2025-11-21T08:39:27Z</dcterms:modified>
  <cp:category/>
</cp:coreProperties>
</file>